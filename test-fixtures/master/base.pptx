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Document CHMARKER_1788817758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paragraph with </a:t>
            </a:r>
            <a:r>
              <a:rPr b="1"/>
              <a:t>bold</a:t>
            </a:r>
            <a:r>
              <a:rPr/>
              <a:t> and </a:t>
            </a:r>
            <a:r>
              <a:rPr i="1"/>
              <a:t>italic</a:t>
            </a:r>
            <a:r>
              <a:rPr/>
              <a:t> text, marker CHMARKER_1788817758.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Section Two</a:t>
            </a:r>
          </a:p>
          <a:p>
            <a:pPr lvl="0"/>
            <a:r>
              <a:rPr/>
              <a:t>List item one</a:t>
            </a:r>
          </a:p>
          <a:p>
            <a:pPr lvl="0"/>
            <a:r>
              <a:rPr/>
              <a:t>List item two CHMARKER_1788817758</a:t>
            </a:r>
          </a:p>
          <a:p>
            <a:pPr lvl="0"/>
            <a:r>
              <a:rPr/>
              <a:t>List item three</a:t>
            </a:r>
          </a:p>
          <a:p>
            <a:pPr lvl="0" indent="0">
              <a:buNone/>
            </a:pPr>
            <a:r>
              <a:rPr>
                <a:latin typeface="Courier"/>
              </a:rPr>
              <a:t>code block CHMARKER_1788817758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2026-09-07T21:51:21Z</dcterms:created>
  <dcterms:modified xsi:type="dcterms:W3CDTF">2026-09-07T21:51:21Z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