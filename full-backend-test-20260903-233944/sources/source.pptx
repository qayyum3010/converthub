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Backend Test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backend format-matrix test</a:t>
            </a:r>
            <a:r>
              <a:rPr/>
              <a:t>. It has </a:t>
            </a:r>
            <a:r>
              <a:rPr i="1"/>
              <a:t>italic</a:t>
            </a:r>
            <a:r>
              <a:rPr/>
              <a:t> text, a list:</a:t>
            </a:r>
          </a:p>
          <a:p>
            <a:pPr lvl="0"/>
            <a:r>
              <a:rPr/>
              <a:t>Item one</a:t>
            </a:r>
          </a:p>
          <a:p>
            <a:pPr lvl="0"/>
            <a:r>
              <a:rPr/>
              <a:t>Item two</a:t>
            </a:r>
          </a:p>
          <a:p>
            <a:pPr lvl="0"/>
            <a:r>
              <a:rPr/>
              <a:t>Item three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Two</a:t>
            </a:r>
          </a:p>
          <a:p>
            <a:pPr lvl="0" indent="0" marL="0">
              <a:buNone/>
            </a:pPr>
            <a:r>
              <a:rPr/>
              <a:t>Some more content here for a complete conversion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2026-09-03T22:39:52Z</dcterms:created>
  <dcterms:modified xsi:type="dcterms:W3CDTF">2026-09-03T22:39:52Z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